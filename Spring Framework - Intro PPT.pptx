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6C87-A378-8F80-9384-7DA7DB021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281614"/>
            <a:ext cx="8361229" cy="2098226"/>
          </a:xfrm>
        </p:spPr>
        <p:txBody>
          <a:bodyPr/>
          <a:lstStyle/>
          <a:p>
            <a:r>
              <a:rPr lang="en-IN" dirty="0"/>
              <a:t>Spring framework</a:t>
            </a:r>
          </a:p>
        </p:txBody>
      </p:sp>
    </p:spTree>
    <p:extLst>
      <p:ext uri="{BB962C8B-B14F-4D97-AF65-F5344CB8AC3E}">
        <p14:creationId xmlns:p14="http://schemas.microsoft.com/office/powerpoint/2010/main" val="46562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B1CD3A-FB80-CB0E-75B2-EC18D51AC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2917" y="759004"/>
            <a:ext cx="7917949" cy="4758218"/>
          </a:xfrm>
        </p:spPr>
      </p:pic>
    </p:spTree>
    <p:extLst>
      <p:ext uri="{BB962C8B-B14F-4D97-AF65-F5344CB8AC3E}">
        <p14:creationId xmlns:p14="http://schemas.microsoft.com/office/powerpoint/2010/main" val="52967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07785C-9D17-D6B5-EEBB-B85CFB601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9825" y="1227761"/>
            <a:ext cx="8403654" cy="4022333"/>
          </a:xfrm>
        </p:spPr>
      </p:pic>
    </p:spTree>
    <p:extLst>
      <p:ext uri="{BB962C8B-B14F-4D97-AF65-F5344CB8AC3E}">
        <p14:creationId xmlns:p14="http://schemas.microsoft.com/office/powerpoint/2010/main" val="106442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7B61B2-C3D3-DFB0-8047-9D9D679DC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6673" y="1135293"/>
            <a:ext cx="7012680" cy="4258639"/>
          </a:xfrm>
        </p:spPr>
      </p:pic>
    </p:spTree>
    <p:extLst>
      <p:ext uri="{BB962C8B-B14F-4D97-AF65-F5344CB8AC3E}">
        <p14:creationId xmlns:p14="http://schemas.microsoft.com/office/powerpoint/2010/main" val="139018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AC6662-0063-3EEF-486F-5EDBFF25B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8843" y="1050104"/>
            <a:ext cx="6750105" cy="4757791"/>
          </a:xfrm>
        </p:spPr>
      </p:pic>
    </p:spTree>
    <p:extLst>
      <p:ext uri="{BB962C8B-B14F-4D97-AF65-F5344CB8AC3E}">
        <p14:creationId xmlns:p14="http://schemas.microsoft.com/office/powerpoint/2010/main" val="50198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40984A-12B5-A4FB-7139-697E7B4D3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0076" y="1073648"/>
            <a:ext cx="8511847" cy="4166171"/>
          </a:xfrm>
        </p:spPr>
      </p:pic>
    </p:spTree>
    <p:extLst>
      <p:ext uri="{BB962C8B-B14F-4D97-AF65-F5344CB8AC3E}">
        <p14:creationId xmlns:p14="http://schemas.microsoft.com/office/powerpoint/2010/main" val="227416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66A67-89EC-782D-DEDD-9275AD541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11942" y="868166"/>
            <a:ext cx="7500570" cy="4905910"/>
          </a:xfrm>
        </p:spPr>
      </p:pic>
    </p:spTree>
    <p:extLst>
      <p:ext uri="{BB962C8B-B14F-4D97-AF65-F5344CB8AC3E}">
        <p14:creationId xmlns:p14="http://schemas.microsoft.com/office/powerpoint/2010/main" val="130721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E359AE-6BA1-A25A-CD9E-B16973088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9653" y="981182"/>
            <a:ext cx="7577794" cy="4741524"/>
          </a:xfrm>
        </p:spPr>
      </p:pic>
    </p:spTree>
    <p:extLst>
      <p:ext uri="{BB962C8B-B14F-4D97-AF65-F5344CB8AC3E}">
        <p14:creationId xmlns:p14="http://schemas.microsoft.com/office/powerpoint/2010/main" val="342367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2C7B7-F86E-AE56-AD68-8A2AA3155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8844" y="1248310"/>
            <a:ext cx="7858747" cy="4998378"/>
          </a:xfrm>
        </p:spPr>
      </p:pic>
    </p:spTree>
    <p:extLst>
      <p:ext uri="{BB962C8B-B14F-4D97-AF65-F5344CB8AC3E}">
        <p14:creationId xmlns:p14="http://schemas.microsoft.com/office/powerpoint/2010/main" val="244557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FBF85-5F2F-D42C-B4FC-C00CE0F40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1401" y="1207214"/>
            <a:ext cx="7294127" cy="4392202"/>
          </a:xfrm>
        </p:spPr>
      </p:pic>
    </p:spTree>
    <p:extLst>
      <p:ext uri="{BB962C8B-B14F-4D97-AF65-F5344CB8AC3E}">
        <p14:creationId xmlns:p14="http://schemas.microsoft.com/office/powerpoint/2010/main" val="2451965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3A760-353E-B035-7F83-4637C5F6C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2278" y="888714"/>
            <a:ext cx="7686814" cy="4998378"/>
          </a:xfrm>
        </p:spPr>
      </p:pic>
    </p:spTree>
    <p:extLst>
      <p:ext uri="{BB962C8B-B14F-4D97-AF65-F5344CB8AC3E}">
        <p14:creationId xmlns:p14="http://schemas.microsoft.com/office/powerpoint/2010/main" val="36897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FC38E5-77BA-C165-56CB-B20054727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5115" y="703779"/>
            <a:ext cx="7510413" cy="4618233"/>
          </a:xfrm>
        </p:spPr>
      </p:pic>
    </p:spTree>
    <p:extLst>
      <p:ext uri="{BB962C8B-B14F-4D97-AF65-F5344CB8AC3E}">
        <p14:creationId xmlns:p14="http://schemas.microsoft.com/office/powerpoint/2010/main" val="335674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C27B7-941C-6C7D-BF5B-8FFC16133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3670" y="1422971"/>
            <a:ext cx="7785970" cy="4803168"/>
          </a:xfrm>
        </p:spPr>
      </p:pic>
    </p:spTree>
    <p:extLst>
      <p:ext uri="{BB962C8B-B14F-4D97-AF65-F5344CB8AC3E}">
        <p14:creationId xmlns:p14="http://schemas.microsoft.com/office/powerpoint/2010/main" val="2820293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A6F135-1424-778A-B294-5A0D189D5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86566" y="1248310"/>
            <a:ext cx="7415672" cy="4885362"/>
          </a:xfrm>
        </p:spPr>
      </p:pic>
    </p:spTree>
    <p:extLst>
      <p:ext uri="{BB962C8B-B14F-4D97-AF65-F5344CB8AC3E}">
        <p14:creationId xmlns:p14="http://schemas.microsoft.com/office/powerpoint/2010/main" val="3727119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CF33E9-6F70-4754-038D-7D826FA22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1518" y="960206"/>
            <a:ext cx="7068122" cy="4402904"/>
          </a:xfrm>
        </p:spPr>
      </p:pic>
    </p:spTree>
    <p:extLst>
      <p:ext uri="{BB962C8B-B14F-4D97-AF65-F5344CB8AC3E}">
        <p14:creationId xmlns:p14="http://schemas.microsoft.com/office/powerpoint/2010/main" val="2726296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CA5201-7937-0BB8-B4B1-9CA642FE1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2273" y="765425"/>
            <a:ext cx="9147454" cy="4556588"/>
          </a:xfrm>
        </p:spPr>
      </p:pic>
    </p:spTree>
    <p:extLst>
      <p:ext uri="{BB962C8B-B14F-4D97-AF65-F5344CB8AC3E}">
        <p14:creationId xmlns:p14="http://schemas.microsoft.com/office/powerpoint/2010/main" val="319797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7C0F33-4A00-DC66-B898-454E1CDC7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81" y="981181"/>
            <a:ext cx="8116584" cy="4936733"/>
          </a:xfrm>
        </p:spPr>
      </p:pic>
    </p:spTree>
    <p:extLst>
      <p:ext uri="{BB962C8B-B14F-4D97-AF65-F5344CB8AC3E}">
        <p14:creationId xmlns:p14="http://schemas.microsoft.com/office/powerpoint/2010/main" val="4041288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633830-601C-8C65-3EDE-F1F966E1D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1688" y="960634"/>
            <a:ext cx="8281386" cy="4505218"/>
          </a:xfrm>
        </p:spPr>
      </p:pic>
    </p:spTree>
    <p:extLst>
      <p:ext uri="{BB962C8B-B14F-4D97-AF65-F5344CB8AC3E}">
        <p14:creationId xmlns:p14="http://schemas.microsoft.com/office/powerpoint/2010/main" val="416471801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{828AEC14-EDC2-4997-9A12-BD3FF802DD28}tf10001105</Template>
  <TotalTime>207</TotalTime>
  <Words>2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Franklin Gothic Book</vt:lpstr>
      <vt:lpstr>Crop</vt:lpstr>
      <vt:lpstr>Spring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TNS INDIA FOUNDATION</dc:creator>
  <cp:lastModifiedBy>TNS INDIA FOUNDATION</cp:lastModifiedBy>
  <cp:revision>3</cp:revision>
  <dcterms:created xsi:type="dcterms:W3CDTF">2025-01-28T14:33:48Z</dcterms:created>
  <dcterms:modified xsi:type="dcterms:W3CDTF">2025-04-28T06:59:49Z</dcterms:modified>
</cp:coreProperties>
</file>