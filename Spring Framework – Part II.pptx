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F370-012E-6D09-33B8-EB70EEDE7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Spring Framework – part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3A19A-7B40-D1A4-62BF-026800048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17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3AD0A-1727-6D28-9054-67CE3FA12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911" y="1457223"/>
            <a:ext cx="8157681" cy="479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4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35ED4E-11A7-CA7A-CF12-06DBDAF4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62" y="1160981"/>
            <a:ext cx="8671389" cy="479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DCC42C-3964-C5F1-A215-2BC4B92C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78" y="1473099"/>
            <a:ext cx="8548097" cy="477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5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A23F0-7857-E7BB-88AE-96F6E56EC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25" y="1119883"/>
            <a:ext cx="9390579" cy="518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0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9C2CC-EAB1-0A07-9A19-BB0EDFF1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04" y="1160980"/>
            <a:ext cx="8825501" cy="527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2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92B25-1047-0215-F166-58669642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11" y="1089061"/>
            <a:ext cx="8835776" cy="51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9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6BD5A-5118-ECA2-5CEC-18EBF87D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63" y="1284270"/>
            <a:ext cx="9709080" cy="507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0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164E7-5020-505B-3B00-AECECE3F9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40" y="955498"/>
            <a:ext cx="9164549" cy="537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53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BEB5E-485F-7769-B2ED-A7AE2D59E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40" y="1089060"/>
            <a:ext cx="9328935" cy="557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987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10</TotalTime>
  <Words>5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Gill Sans MT</vt:lpstr>
      <vt:lpstr>Wingdings 2</vt:lpstr>
      <vt:lpstr>Dividend</vt:lpstr>
      <vt:lpstr>Spring Framework – part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TNS INDIA FOUNDATION</dc:creator>
  <cp:lastModifiedBy>TNS INDIA FOUNDATION</cp:lastModifiedBy>
  <cp:revision>1</cp:revision>
  <dcterms:created xsi:type="dcterms:W3CDTF">2025-02-03T17:24:12Z</dcterms:created>
  <dcterms:modified xsi:type="dcterms:W3CDTF">2025-02-03T17:35:03Z</dcterms:modified>
</cp:coreProperties>
</file>